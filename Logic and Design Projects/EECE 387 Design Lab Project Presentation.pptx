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AF407D-5DD4-4924-A5C2-3F2DF130E6DF}">
  <a:tblStyle styleId="{4BAF407D-5DD4-4924-A5C2-3F2DF130E6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6cc7126e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6cc7126e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Peyton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6eb68f0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6eb68f0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6cc7126e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6cc7126e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Jeremiah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6eead14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6eead14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Frank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6cc7126e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6cc7126e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6cc7126e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6cc7126e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6eead14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6eead14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387 Final Project: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 Detector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 Alweiss, Daniel Bondar, Peyton Lane, Frank Nardi, </a:t>
            </a:r>
            <a:r>
              <a:rPr lang="en"/>
              <a:t>Jeremiah</a:t>
            </a:r>
            <a:r>
              <a:rPr lang="en"/>
              <a:t> Phillips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Implementation</a:t>
            </a:r>
            <a:endParaRPr/>
          </a:p>
        </p:txBody>
      </p:sp>
      <p:pic>
        <p:nvPicPr>
          <p:cNvPr id="92" name="Google Shape;92;p14" title="2025-05-01-124924_hypr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00" y="905500"/>
            <a:ext cx="1913950" cy="18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58300" y="2815400"/>
            <a:ext cx="19140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Eddy currents induced into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metallic object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by EMF from waveform on coil created by Colpitts oscillators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4" title="2025-05-01-124948_hyprsh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2300" y="905500"/>
            <a:ext cx="1943485" cy="18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072300" y="2815400"/>
            <a:ext cx="19140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Eddy currents create their own EMF that changes inductance of coil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565975" y="926425"/>
            <a:ext cx="1943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4" title="2025-05-01-125401_hyprsh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5763" y="905500"/>
            <a:ext cx="1887580" cy="18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4015763" y="2815400"/>
            <a:ext cx="1887600" cy="1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Change in inductance lowers the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amplitude of Vin, causes pulses of shorter width, or removes pulses entirely at Vout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912100" y="2815400"/>
            <a:ext cx="30411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Pulses sent across capacitor to get a DC signal readable by Basys3 XADC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4" title="2025-05-01-125640_hyprsh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3376" y="1202250"/>
            <a:ext cx="3240650" cy="1277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311700" y="3894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Design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5" title="2025-05-01-130246_hypr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25" y="1289225"/>
            <a:ext cx="3661549" cy="186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title="2025-05-01-130641_hyprsh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7575" y="1289225"/>
            <a:ext cx="4968724" cy="18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66025" y="3154050"/>
            <a:ext cx="29988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Same circuit for each coil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805500" y="3154050"/>
            <a:ext cx="49908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Varying components to “fix” the DC voltage are in place depending entirely on the output voltage of the coils. Vref varies as well.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66025" y="908025"/>
            <a:ext cx="363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Colpitts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Oscillator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841550" y="933725"/>
            <a:ext cx="4990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Pulse Generator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</a:t>
            </a:r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425" y="1094000"/>
            <a:ext cx="6855149" cy="36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Process</a:t>
            </a:r>
            <a:endParaRPr/>
          </a:p>
        </p:txBody>
      </p:sp>
      <p:pic>
        <p:nvPicPr>
          <p:cNvPr id="123" name="Google Shape;123;p17" title="2025-05-01-170745_hypr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800"/>
            <a:ext cx="2996100" cy="333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3423150" y="1017800"/>
            <a:ext cx="3539100" cy="3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Variables present-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Uint16_t adc1_cal,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Uint16_t adc2_cal,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to update: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_Bool adc1_digital,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_Bool adc2_digital,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_Bool is_close_left,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_Bool is_close_right,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All of which decide displayed data depending on display mode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3 Interfacing Modes: Position, Strength, Count</a:t>
            </a:r>
            <a:endParaRPr/>
          </a:p>
        </p:txBody>
      </p:sp>
      <p:pic>
        <p:nvPicPr>
          <p:cNvPr id="130" name="Google Shape;130;p18" title="10000022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228700" y="786675"/>
            <a:ext cx="2865677" cy="38209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751075" y="869650"/>
            <a:ext cx="2366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Mode 1. Position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762350" y="4137775"/>
            <a:ext cx="382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“N.det”, “f.lft”, “left”, “rght”, “f.rgt”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18" title="100000220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049625" y="786675"/>
            <a:ext cx="2865677" cy="382090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4583150" y="869650"/>
            <a:ext cx="2524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Mode 2. Strength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512750" y="2388075"/>
            <a:ext cx="34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4577300" y="4137775"/>
            <a:ext cx="236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Voltage drop in mV displayed in HEX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2576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Analysis </a:t>
            </a:r>
            <a:endParaRPr/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1303550" y="8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{4BAF407D-5DD4-4924-A5C2-3F2DF130E6DF}</a:tableStyleId>
              </a:tblPr>
              <a:tblGrid>
                <a:gridCol w="1712775"/>
                <a:gridCol w="1555675"/>
                <a:gridCol w="1634225"/>
                <a:gridCol w="1634225"/>
              </a:tblGrid>
              <a:tr h="5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Component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Voltage (V)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Current (mA)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Power Dissipated (mW)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Colpitts Oscillator #1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Colpitts Oscillator #2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 V Regulator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Regulator-to-Board Transition*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 (9 V - 5 V)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Basys3 Board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2160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Results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540300" y="1365050"/>
            <a:ext cx="37302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metal detector </a:t>
            </a:r>
            <a:r>
              <a:rPr lang="en"/>
              <a:t>successfully identified the metal washer in each 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5 separate readings per position were all recorded by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Signal strength of the coils was measured by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Displayed on the on-board LEDs with the varying distance between the washer and coils</a:t>
            </a:r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22156" r="10967" t="0"/>
          <a:stretch/>
        </p:blipFill>
        <p:spPr>
          <a:xfrm>
            <a:off x="7744900" y="1016925"/>
            <a:ext cx="1363249" cy="26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4123075" y="3639000"/>
            <a:ext cx="36219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Detecting Left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7678200" y="3587100"/>
            <a:ext cx="1429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Circuit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0" title="100000221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4635174" y="571625"/>
            <a:ext cx="2671826" cy="356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